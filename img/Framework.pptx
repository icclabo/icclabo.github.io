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5" r:id="rId1"/>
  </p:sldMasterIdLst>
  <p:notesMasterIdLst>
    <p:notesMasterId r:id="rId3"/>
  </p:notesMasterIdLst>
  <p:handoutMasterIdLst>
    <p:handoutMasterId r:id="rId4"/>
  </p:handoutMasterIdLst>
  <p:sldIdLst>
    <p:sldId id="1328" r:id="rId2"/>
  </p:sldIdLst>
  <p:sldSz cx="1043940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32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C7A7"/>
    <a:srgbClr val="ACA6F8"/>
    <a:srgbClr val="D1E9B5"/>
    <a:srgbClr val="2D89B1"/>
    <a:srgbClr val="16C7D2"/>
    <a:srgbClr val="FDEF5D"/>
    <a:srgbClr val="3BA890"/>
    <a:srgbClr val="009CA6"/>
    <a:srgbClr val="0099C6"/>
    <a:srgbClr val="009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Inget format, inget rutnä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just forma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Inget format, tabellrutnä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6374" autoAdjust="0"/>
  </p:normalViewPr>
  <p:slideViewPr>
    <p:cSldViewPr snapToGrid="0" snapToObjects="1">
      <p:cViewPr varScale="1">
        <p:scale>
          <a:sx n="101" d="100"/>
          <a:sy n="101" d="100"/>
        </p:scale>
        <p:origin x="662" y="67"/>
      </p:cViewPr>
      <p:guideLst>
        <p:guide orient="horz" pos="2041"/>
        <p:guide pos="328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490402-8E07-BB4F-A189-6AD7200B2129}" type="datetime1">
              <a:rPr lang="en-US" smtClean="0"/>
              <a:pPr/>
              <a:t>3/27/2026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91D49-AD30-AD49-8FCC-B045B8D02F0F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529339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8E3D5-343E-3741-80FE-788E6CEB802F}" type="datetime1">
              <a:rPr lang="en-US" smtClean="0"/>
              <a:pPr/>
              <a:t>3/27/2026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66750" y="685800"/>
            <a:ext cx="5524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C25B8-6A37-0E42-AD12-4E95E5CB5205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241519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23367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1pPr>
    <a:lvl2pPr marL="423367" algn="l" defTabSz="423367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2pPr>
    <a:lvl3pPr marL="846734" algn="l" defTabSz="423367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3pPr>
    <a:lvl4pPr marL="1270102" algn="l" defTabSz="423367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4pPr>
    <a:lvl5pPr marL="1693469" algn="l" defTabSz="423367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5pPr>
    <a:lvl6pPr marL="2116836" algn="l" defTabSz="423367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6pPr>
    <a:lvl7pPr marL="2540203" algn="l" defTabSz="423367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7pPr>
    <a:lvl8pPr marL="2963570" algn="l" defTabSz="423367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8pPr>
    <a:lvl9pPr marL="3386938" algn="l" defTabSz="423367" rtl="0" eaLnBrk="1" latinLnBrk="0" hangingPunct="1">
      <a:defRPr sz="11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4925" y="1060529"/>
            <a:ext cx="7829550" cy="2256061"/>
          </a:xfrm>
        </p:spPr>
        <p:txBody>
          <a:bodyPr anchor="b"/>
          <a:lstStyle>
            <a:lvl1pPr algn="ctr">
              <a:defRPr sz="51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4925" y="3403592"/>
            <a:ext cx="7829550" cy="1564542"/>
          </a:xfrm>
        </p:spPr>
        <p:txBody>
          <a:bodyPr/>
          <a:lstStyle>
            <a:lvl1pPr marL="0" indent="0" algn="ctr">
              <a:buNone/>
              <a:defRPr sz="2055"/>
            </a:lvl1pPr>
            <a:lvl2pPr marL="391500" indent="0" algn="ctr">
              <a:buNone/>
              <a:defRPr sz="1713"/>
            </a:lvl2pPr>
            <a:lvl3pPr marL="783001" indent="0" algn="ctr">
              <a:buNone/>
              <a:defRPr sz="1541"/>
            </a:lvl3pPr>
            <a:lvl4pPr marL="1174501" indent="0" algn="ctr">
              <a:buNone/>
              <a:defRPr sz="1370"/>
            </a:lvl4pPr>
            <a:lvl5pPr marL="1566001" indent="0" algn="ctr">
              <a:buNone/>
              <a:defRPr sz="1370"/>
            </a:lvl5pPr>
            <a:lvl6pPr marL="1957502" indent="0" algn="ctr">
              <a:buNone/>
              <a:defRPr sz="1370"/>
            </a:lvl6pPr>
            <a:lvl7pPr marL="2349002" indent="0" algn="ctr">
              <a:buNone/>
              <a:defRPr sz="1370"/>
            </a:lvl7pPr>
            <a:lvl8pPr marL="2740503" indent="0" algn="ctr">
              <a:buNone/>
              <a:defRPr sz="1370"/>
            </a:lvl8pPr>
            <a:lvl9pPr marL="3132003" indent="0" algn="ctr">
              <a:buNone/>
              <a:defRPr sz="137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38161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65409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271" y="1615545"/>
            <a:ext cx="9003983" cy="2695572"/>
          </a:xfrm>
        </p:spPr>
        <p:txBody>
          <a:bodyPr anchor="b"/>
          <a:lstStyle>
            <a:lvl1pPr>
              <a:defRPr sz="51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271" y="4336618"/>
            <a:ext cx="9003983" cy="1417538"/>
          </a:xfrm>
        </p:spPr>
        <p:txBody>
          <a:bodyPr/>
          <a:lstStyle>
            <a:lvl1pPr marL="0" indent="0">
              <a:buNone/>
              <a:defRPr sz="2055">
                <a:solidFill>
                  <a:schemeClr val="tx1">
                    <a:tint val="75000"/>
                  </a:schemeClr>
                </a:solidFill>
              </a:defRPr>
            </a:lvl1pPr>
            <a:lvl2pPr marL="391500" indent="0">
              <a:buNone/>
              <a:defRPr sz="1713">
                <a:solidFill>
                  <a:schemeClr val="tx1">
                    <a:tint val="75000"/>
                  </a:schemeClr>
                </a:solidFill>
              </a:defRPr>
            </a:lvl2pPr>
            <a:lvl3pPr marL="783001" indent="0">
              <a:buNone/>
              <a:defRPr sz="1541">
                <a:solidFill>
                  <a:schemeClr val="tx1">
                    <a:tint val="75000"/>
                  </a:schemeClr>
                </a:solidFill>
              </a:defRPr>
            </a:lvl3pPr>
            <a:lvl4pPr marL="1174501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4pPr>
            <a:lvl5pPr marL="1566001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5pPr>
            <a:lvl6pPr marL="1957502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6pPr>
            <a:lvl7pPr marL="2349002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7pPr>
            <a:lvl8pPr marL="2740503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8pPr>
            <a:lvl9pPr marL="3132003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2743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7709" y="1725046"/>
            <a:ext cx="4436745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4946" y="1725046"/>
            <a:ext cx="4436745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53396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8" y="345010"/>
            <a:ext cx="9003983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069" y="1588543"/>
            <a:ext cx="4416355" cy="778521"/>
          </a:xfrm>
        </p:spPr>
        <p:txBody>
          <a:bodyPr anchor="b"/>
          <a:lstStyle>
            <a:lvl1pPr marL="0" indent="0">
              <a:buNone/>
              <a:defRPr sz="2055" b="1"/>
            </a:lvl1pPr>
            <a:lvl2pPr marL="391500" indent="0">
              <a:buNone/>
              <a:defRPr sz="1713" b="1"/>
            </a:lvl2pPr>
            <a:lvl3pPr marL="783001" indent="0">
              <a:buNone/>
              <a:defRPr sz="1541" b="1"/>
            </a:lvl3pPr>
            <a:lvl4pPr marL="1174501" indent="0">
              <a:buNone/>
              <a:defRPr sz="1370" b="1"/>
            </a:lvl4pPr>
            <a:lvl5pPr marL="1566001" indent="0">
              <a:buNone/>
              <a:defRPr sz="1370" b="1"/>
            </a:lvl5pPr>
            <a:lvl6pPr marL="1957502" indent="0">
              <a:buNone/>
              <a:defRPr sz="1370" b="1"/>
            </a:lvl6pPr>
            <a:lvl7pPr marL="2349002" indent="0">
              <a:buNone/>
              <a:defRPr sz="1370" b="1"/>
            </a:lvl7pPr>
            <a:lvl8pPr marL="2740503" indent="0">
              <a:buNone/>
              <a:defRPr sz="1370" b="1"/>
            </a:lvl8pPr>
            <a:lvl9pPr marL="3132003" indent="0">
              <a:buNone/>
              <a:defRPr sz="13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69" y="2367064"/>
            <a:ext cx="4416355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4946" y="1588543"/>
            <a:ext cx="4438105" cy="778521"/>
          </a:xfrm>
        </p:spPr>
        <p:txBody>
          <a:bodyPr anchor="b"/>
          <a:lstStyle>
            <a:lvl1pPr marL="0" indent="0">
              <a:buNone/>
              <a:defRPr sz="2055" b="1"/>
            </a:lvl1pPr>
            <a:lvl2pPr marL="391500" indent="0">
              <a:buNone/>
              <a:defRPr sz="1713" b="1"/>
            </a:lvl2pPr>
            <a:lvl3pPr marL="783001" indent="0">
              <a:buNone/>
              <a:defRPr sz="1541" b="1"/>
            </a:lvl3pPr>
            <a:lvl4pPr marL="1174501" indent="0">
              <a:buNone/>
              <a:defRPr sz="1370" b="1"/>
            </a:lvl4pPr>
            <a:lvl5pPr marL="1566001" indent="0">
              <a:buNone/>
              <a:defRPr sz="1370" b="1"/>
            </a:lvl5pPr>
            <a:lvl6pPr marL="1957502" indent="0">
              <a:buNone/>
              <a:defRPr sz="1370" b="1"/>
            </a:lvl6pPr>
            <a:lvl7pPr marL="2349002" indent="0">
              <a:buNone/>
              <a:defRPr sz="1370" b="1"/>
            </a:lvl7pPr>
            <a:lvl8pPr marL="2740503" indent="0">
              <a:buNone/>
              <a:defRPr sz="1370" b="1"/>
            </a:lvl8pPr>
            <a:lvl9pPr marL="3132003" indent="0">
              <a:buNone/>
              <a:defRPr sz="137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84946" y="2367064"/>
            <a:ext cx="4438105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951410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4329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36603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432012"/>
            <a:ext cx="3366978" cy="1512041"/>
          </a:xfrm>
        </p:spPr>
        <p:txBody>
          <a:bodyPr anchor="b"/>
          <a:lstStyle>
            <a:lvl1pPr>
              <a:defRPr sz="27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8105" y="933026"/>
            <a:ext cx="5284946" cy="4605124"/>
          </a:xfrm>
        </p:spPr>
        <p:txBody>
          <a:bodyPr/>
          <a:lstStyle>
            <a:lvl1pPr>
              <a:defRPr sz="2740"/>
            </a:lvl1pPr>
            <a:lvl2pPr>
              <a:defRPr sz="2398"/>
            </a:lvl2pPr>
            <a:lvl3pPr>
              <a:defRPr sz="2055"/>
            </a:lvl3pPr>
            <a:lvl4pPr>
              <a:defRPr sz="1713"/>
            </a:lvl4pPr>
            <a:lvl5pPr>
              <a:defRPr sz="1713"/>
            </a:lvl5pPr>
            <a:lvl6pPr>
              <a:defRPr sz="1713"/>
            </a:lvl6pPr>
            <a:lvl7pPr>
              <a:defRPr sz="1713"/>
            </a:lvl7pPr>
            <a:lvl8pPr>
              <a:defRPr sz="1713"/>
            </a:lvl8pPr>
            <a:lvl9pPr>
              <a:defRPr sz="17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1944052"/>
            <a:ext cx="3366978" cy="3601598"/>
          </a:xfrm>
        </p:spPr>
        <p:txBody>
          <a:bodyPr/>
          <a:lstStyle>
            <a:lvl1pPr marL="0" indent="0">
              <a:buNone/>
              <a:defRPr sz="1370"/>
            </a:lvl1pPr>
            <a:lvl2pPr marL="391500" indent="0">
              <a:buNone/>
              <a:defRPr sz="1199"/>
            </a:lvl2pPr>
            <a:lvl3pPr marL="783001" indent="0">
              <a:buNone/>
              <a:defRPr sz="1028"/>
            </a:lvl3pPr>
            <a:lvl4pPr marL="1174501" indent="0">
              <a:buNone/>
              <a:defRPr sz="856"/>
            </a:lvl4pPr>
            <a:lvl5pPr marL="1566001" indent="0">
              <a:buNone/>
              <a:defRPr sz="856"/>
            </a:lvl5pPr>
            <a:lvl6pPr marL="1957502" indent="0">
              <a:buNone/>
              <a:defRPr sz="856"/>
            </a:lvl6pPr>
            <a:lvl7pPr marL="2349002" indent="0">
              <a:buNone/>
              <a:defRPr sz="856"/>
            </a:lvl7pPr>
            <a:lvl8pPr marL="2740503" indent="0">
              <a:buNone/>
              <a:defRPr sz="856"/>
            </a:lvl8pPr>
            <a:lvl9pPr marL="3132003" indent="0">
              <a:buNone/>
              <a:defRPr sz="8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5292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432012"/>
            <a:ext cx="3366978" cy="1512041"/>
          </a:xfrm>
        </p:spPr>
        <p:txBody>
          <a:bodyPr anchor="b"/>
          <a:lstStyle>
            <a:lvl1pPr>
              <a:defRPr sz="27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38105" y="933026"/>
            <a:ext cx="5284946" cy="4605124"/>
          </a:xfrm>
        </p:spPr>
        <p:txBody>
          <a:bodyPr anchor="t"/>
          <a:lstStyle>
            <a:lvl1pPr marL="0" indent="0">
              <a:buNone/>
              <a:defRPr sz="2740"/>
            </a:lvl1pPr>
            <a:lvl2pPr marL="391500" indent="0">
              <a:buNone/>
              <a:defRPr sz="2398"/>
            </a:lvl2pPr>
            <a:lvl3pPr marL="783001" indent="0">
              <a:buNone/>
              <a:defRPr sz="2055"/>
            </a:lvl3pPr>
            <a:lvl4pPr marL="1174501" indent="0">
              <a:buNone/>
              <a:defRPr sz="1713"/>
            </a:lvl4pPr>
            <a:lvl5pPr marL="1566001" indent="0">
              <a:buNone/>
              <a:defRPr sz="1713"/>
            </a:lvl5pPr>
            <a:lvl6pPr marL="1957502" indent="0">
              <a:buNone/>
              <a:defRPr sz="1713"/>
            </a:lvl6pPr>
            <a:lvl7pPr marL="2349002" indent="0">
              <a:buNone/>
              <a:defRPr sz="1713"/>
            </a:lvl7pPr>
            <a:lvl8pPr marL="2740503" indent="0">
              <a:buNone/>
              <a:defRPr sz="1713"/>
            </a:lvl8pPr>
            <a:lvl9pPr marL="3132003" indent="0">
              <a:buNone/>
              <a:defRPr sz="17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1944052"/>
            <a:ext cx="3366978" cy="3601598"/>
          </a:xfrm>
        </p:spPr>
        <p:txBody>
          <a:bodyPr/>
          <a:lstStyle>
            <a:lvl1pPr marL="0" indent="0">
              <a:buNone/>
              <a:defRPr sz="1370"/>
            </a:lvl1pPr>
            <a:lvl2pPr marL="391500" indent="0">
              <a:buNone/>
              <a:defRPr sz="1199"/>
            </a:lvl2pPr>
            <a:lvl3pPr marL="783001" indent="0">
              <a:buNone/>
              <a:defRPr sz="1028"/>
            </a:lvl3pPr>
            <a:lvl4pPr marL="1174501" indent="0">
              <a:buNone/>
              <a:defRPr sz="856"/>
            </a:lvl4pPr>
            <a:lvl5pPr marL="1566001" indent="0">
              <a:buNone/>
              <a:defRPr sz="856"/>
            </a:lvl5pPr>
            <a:lvl6pPr marL="1957502" indent="0">
              <a:buNone/>
              <a:defRPr sz="856"/>
            </a:lvl6pPr>
            <a:lvl7pPr marL="2349002" indent="0">
              <a:buNone/>
              <a:defRPr sz="856"/>
            </a:lvl7pPr>
            <a:lvl8pPr marL="2740503" indent="0">
              <a:buNone/>
              <a:defRPr sz="856"/>
            </a:lvl8pPr>
            <a:lvl9pPr marL="3132003" indent="0">
              <a:buNone/>
              <a:defRPr sz="85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50162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85408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0695" y="345009"/>
            <a:ext cx="2250996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7709" y="345009"/>
            <a:ext cx="6622494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67342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om 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793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urkos">
    <p:bg>
      <p:bgPr>
        <a:solidFill>
          <a:srgbClr val="17C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/>
          <p:cNvSpPr>
            <a:spLocks noGrp="1"/>
          </p:cNvSpPr>
          <p:nvPr>
            <p:ph type="ctrTitle" hasCustomPrompt="1"/>
          </p:nvPr>
        </p:nvSpPr>
        <p:spPr>
          <a:xfrm>
            <a:off x="1329106" y="1713025"/>
            <a:ext cx="8190482" cy="1389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510">
                <a:solidFill>
                  <a:srgbClr val="FFFFFF"/>
                </a:solidFill>
              </a:defRPr>
            </a:lvl1pPr>
          </a:lstStyle>
          <a:p>
            <a:r>
              <a:rPr lang="sv-SE" dirty="0"/>
              <a:t>Presentationens</a:t>
            </a:r>
            <a:br>
              <a:rPr lang="sv-SE" dirty="0"/>
            </a:br>
            <a:r>
              <a:rPr lang="sv-SE" dirty="0"/>
              <a:t>titel/rubrik</a:t>
            </a:r>
          </a:p>
        </p:txBody>
      </p:sp>
      <p:sp>
        <p:nvSpPr>
          <p:cNvPr id="9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329105" y="3301471"/>
            <a:ext cx="8190483" cy="11105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71">
                <a:solidFill>
                  <a:srgbClr val="FFFFFF"/>
                </a:solidFill>
              </a:defRPr>
            </a:lvl1pPr>
            <a:lvl2pPr marL="41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9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9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9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Underrubrik/namn på talare e.d.</a:t>
            </a:r>
          </a:p>
        </p:txBody>
      </p:sp>
      <p:pic>
        <p:nvPicPr>
          <p:cNvPr id="11" name="Bildobjekt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406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urkos (mörk)">
    <p:bg>
      <p:bgPr>
        <a:solidFill>
          <a:srgbClr val="009C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brik 1"/>
          <p:cNvSpPr>
            <a:spLocks noGrp="1"/>
          </p:cNvSpPr>
          <p:nvPr>
            <p:ph type="ctrTitle" hasCustomPrompt="1"/>
          </p:nvPr>
        </p:nvSpPr>
        <p:spPr>
          <a:xfrm>
            <a:off x="1329106" y="1713025"/>
            <a:ext cx="8190482" cy="1389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510">
                <a:solidFill>
                  <a:srgbClr val="FFFFFF"/>
                </a:solidFill>
              </a:defRPr>
            </a:lvl1pPr>
          </a:lstStyle>
          <a:p>
            <a:r>
              <a:rPr lang="sv-SE" dirty="0"/>
              <a:t>Presentationens</a:t>
            </a:r>
            <a:br>
              <a:rPr lang="sv-SE" dirty="0"/>
            </a:br>
            <a:r>
              <a:rPr lang="sv-SE" dirty="0"/>
              <a:t>titel/rubrik</a:t>
            </a:r>
          </a:p>
        </p:txBody>
      </p:sp>
      <p:sp>
        <p:nvSpPr>
          <p:cNvPr id="12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329105" y="3301471"/>
            <a:ext cx="8190483" cy="11105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71">
                <a:solidFill>
                  <a:srgbClr val="FFFFFF"/>
                </a:solidFill>
              </a:defRPr>
            </a:lvl1pPr>
            <a:lvl2pPr marL="41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9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9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9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Underrubrik/namn på talare e.d.</a:t>
            </a:r>
          </a:p>
        </p:txBody>
      </p: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00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Grön">
    <p:bg>
      <p:bgPr>
        <a:solidFill>
          <a:srgbClr val="00C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/>
          <p:cNvSpPr>
            <a:spLocks noGrp="1"/>
          </p:cNvSpPr>
          <p:nvPr>
            <p:ph type="ctrTitle" hasCustomPrompt="1"/>
          </p:nvPr>
        </p:nvSpPr>
        <p:spPr>
          <a:xfrm>
            <a:off x="1329106" y="1713025"/>
            <a:ext cx="8190482" cy="1389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510">
                <a:solidFill>
                  <a:srgbClr val="FFFFFF"/>
                </a:solidFill>
              </a:defRPr>
            </a:lvl1pPr>
          </a:lstStyle>
          <a:p>
            <a:r>
              <a:rPr lang="sv-SE" dirty="0"/>
              <a:t>Presentationens</a:t>
            </a:r>
            <a:br>
              <a:rPr lang="sv-SE" dirty="0"/>
            </a:br>
            <a:r>
              <a:rPr lang="sv-SE" dirty="0"/>
              <a:t>titel/rubrik</a:t>
            </a:r>
          </a:p>
        </p:txBody>
      </p:sp>
      <p:sp>
        <p:nvSpPr>
          <p:cNvPr id="9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329105" y="3301471"/>
            <a:ext cx="8190483" cy="11105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71">
                <a:solidFill>
                  <a:srgbClr val="FFFFFF"/>
                </a:solidFill>
              </a:defRPr>
            </a:lvl1pPr>
            <a:lvl2pPr marL="41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9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9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9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Underrubrik/namn på talare e.d.</a:t>
            </a:r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50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Grön (mörk)">
    <p:bg>
      <p:bgPr>
        <a:solidFill>
          <a:srgbClr val="3BA8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brik 1"/>
          <p:cNvSpPr>
            <a:spLocks noGrp="1"/>
          </p:cNvSpPr>
          <p:nvPr>
            <p:ph type="ctrTitle" hasCustomPrompt="1"/>
          </p:nvPr>
        </p:nvSpPr>
        <p:spPr>
          <a:xfrm>
            <a:off x="1329106" y="1713025"/>
            <a:ext cx="8190482" cy="1389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510">
                <a:solidFill>
                  <a:srgbClr val="FFFFFF"/>
                </a:solidFill>
              </a:defRPr>
            </a:lvl1pPr>
          </a:lstStyle>
          <a:p>
            <a:r>
              <a:rPr lang="sv-SE" dirty="0"/>
              <a:t>Presentationens</a:t>
            </a:r>
            <a:br>
              <a:rPr lang="sv-SE" dirty="0"/>
            </a:br>
            <a:r>
              <a:rPr lang="sv-SE" dirty="0"/>
              <a:t>titel/rubrik</a:t>
            </a:r>
          </a:p>
        </p:txBody>
      </p:sp>
      <p:sp>
        <p:nvSpPr>
          <p:cNvPr id="9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329105" y="3301471"/>
            <a:ext cx="8190483" cy="11105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571">
                <a:solidFill>
                  <a:srgbClr val="FFFFFF"/>
                </a:solidFill>
              </a:defRPr>
            </a:lvl1pPr>
            <a:lvl2pPr marL="41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9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9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9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Underrubrik/namn på talare e.d.</a:t>
            </a:r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2333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Blå">
    <p:bg>
      <p:bgPr>
        <a:solidFill>
          <a:srgbClr val="00B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0893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blå layout (mörk)">
    <p:bg>
      <p:bgPr>
        <a:solidFill>
          <a:srgbClr val="0099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402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Turkos">
    <p:bg>
      <p:bgPr>
        <a:solidFill>
          <a:srgbClr val="17C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1206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turkos layout (mörk)">
    <p:bg>
      <p:bgPr>
        <a:solidFill>
          <a:srgbClr val="009C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4675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Grön">
    <p:bg>
      <p:bgPr>
        <a:solidFill>
          <a:srgbClr val="00C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1206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 grön layout (mörk)">
    <p:bg>
      <p:bgPr>
        <a:solidFill>
          <a:srgbClr val="3BA8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8648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sida Turkos">
    <p:bg>
      <p:bgPr>
        <a:solidFill>
          <a:srgbClr val="16C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1"/>
          <p:cNvSpPr>
            <a:spLocks noGrp="1"/>
          </p:cNvSpPr>
          <p:nvPr>
            <p:ph type="ctrTitle" hasCustomPrompt="1"/>
          </p:nvPr>
        </p:nvSpPr>
        <p:spPr>
          <a:xfrm>
            <a:off x="1302508" y="1713025"/>
            <a:ext cx="8150974" cy="1389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306" b="1" baseline="0">
                <a:solidFill>
                  <a:srgbClr val="FFFFFF"/>
                </a:solidFill>
              </a:defRPr>
            </a:lvl1pPr>
          </a:lstStyle>
          <a:p>
            <a:r>
              <a:rPr lang="sv-SE" dirty="0"/>
              <a:t>Namn på nästa avsnitt</a:t>
            </a:r>
          </a:p>
        </p:txBody>
      </p:sp>
      <p:sp>
        <p:nvSpPr>
          <p:cNvPr id="8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302507" y="3301471"/>
            <a:ext cx="8159216" cy="11105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4" baseline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1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9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9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9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Innehåll/underrubriker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9" name="Rak 8"/>
          <p:cNvCxnSpPr/>
          <p:nvPr userDrawn="1"/>
        </p:nvCxnSpPr>
        <p:spPr>
          <a:xfrm>
            <a:off x="774577" y="5783411"/>
            <a:ext cx="8841301" cy="0"/>
          </a:xfrm>
          <a:prstGeom prst="line">
            <a:avLst/>
          </a:prstGeom>
          <a:ln w="158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7" y="5804424"/>
            <a:ext cx="1456846" cy="55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66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sida Turkos (mörk)">
    <p:bg>
      <p:bgPr>
        <a:solidFill>
          <a:srgbClr val="009C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1"/>
          <p:cNvSpPr>
            <a:spLocks noGrp="1"/>
          </p:cNvSpPr>
          <p:nvPr>
            <p:ph type="ctrTitle" hasCustomPrompt="1"/>
          </p:nvPr>
        </p:nvSpPr>
        <p:spPr>
          <a:xfrm>
            <a:off x="1302508" y="1713025"/>
            <a:ext cx="8150974" cy="1389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306" b="1" baseline="0">
                <a:solidFill>
                  <a:srgbClr val="FFFFFF"/>
                </a:solidFill>
              </a:defRPr>
            </a:lvl1pPr>
          </a:lstStyle>
          <a:p>
            <a:r>
              <a:rPr lang="sv-SE" dirty="0"/>
              <a:t>Namn på nästa avsnitt</a:t>
            </a:r>
          </a:p>
        </p:txBody>
      </p:sp>
      <p:sp>
        <p:nvSpPr>
          <p:cNvPr id="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302507" y="3301471"/>
            <a:ext cx="8159216" cy="11105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4" baseline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1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9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9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9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Innehåll/underrubriker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12" name="Rak 11"/>
          <p:cNvCxnSpPr/>
          <p:nvPr userDrawn="1"/>
        </p:nvCxnSpPr>
        <p:spPr>
          <a:xfrm>
            <a:off x="774577" y="5783411"/>
            <a:ext cx="8841301" cy="0"/>
          </a:xfrm>
          <a:prstGeom prst="line">
            <a:avLst/>
          </a:prstGeom>
          <a:ln w="158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7" y="5804424"/>
            <a:ext cx="1456846" cy="55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7396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sida Grön">
    <p:bg>
      <p:bgPr>
        <a:solidFill>
          <a:srgbClr val="08C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1"/>
          <p:cNvSpPr>
            <a:spLocks noGrp="1"/>
          </p:cNvSpPr>
          <p:nvPr>
            <p:ph type="ctrTitle" hasCustomPrompt="1"/>
          </p:nvPr>
        </p:nvSpPr>
        <p:spPr>
          <a:xfrm>
            <a:off x="1302508" y="1713025"/>
            <a:ext cx="8150974" cy="1389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306" b="1" baseline="0">
                <a:solidFill>
                  <a:srgbClr val="FFFFFF"/>
                </a:solidFill>
              </a:defRPr>
            </a:lvl1pPr>
          </a:lstStyle>
          <a:p>
            <a:r>
              <a:rPr lang="sv-SE" dirty="0"/>
              <a:t>Namn på nästa avsnitt</a:t>
            </a:r>
          </a:p>
        </p:txBody>
      </p:sp>
      <p:sp>
        <p:nvSpPr>
          <p:cNvPr id="8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302507" y="3301471"/>
            <a:ext cx="8159216" cy="11105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4" baseline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1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9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9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9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Innehåll/underrubriker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9" name="Rak 8"/>
          <p:cNvCxnSpPr/>
          <p:nvPr userDrawn="1"/>
        </p:nvCxnSpPr>
        <p:spPr>
          <a:xfrm>
            <a:off x="774577" y="5783411"/>
            <a:ext cx="8841301" cy="0"/>
          </a:xfrm>
          <a:prstGeom prst="line">
            <a:avLst/>
          </a:prstGeom>
          <a:ln w="158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7" y="5804424"/>
            <a:ext cx="1456846" cy="55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19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sida Grön (mörk)">
    <p:bg>
      <p:bgPr>
        <a:solidFill>
          <a:srgbClr val="3BA8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ubrik 1"/>
          <p:cNvSpPr>
            <a:spLocks noGrp="1"/>
          </p:cNvSpPr>
          <p:nvPr>
            <p:ph type="ctrTitle" hasCustomPrompt="1"/>
          </p:nvPr>
        </p:nvSpPr>
        <p:spPr>
          <a:xfrm>
            <a:off x="1302508" y="1713025"/>
            <a:ext cx="8150974" cy="1389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306" b="1" baseline="0">
                <a:solidFill>
                  <a:srgbClr val="FFFFFF"/>
                </a:solidFill>
              </a:defRPr>
            </a:lvl1pPr>
          </a:lstStyle>
          <a:p>
            <a:r>
              <a:rPr lang="sv-SE" dirty="0"/>
              <a:t>Namn på nästa avsnitt</a:t>
            </a:r>
          </a:p>
        </p:txBody>
      </p:sp>
      <p:sp>
        <p:nvSpPr>
          <p:cNvPr id="7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302507" y="3301471"/>
            <a:ext cx="8159216" cy="11105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4" baseline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1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9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9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9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Innehåll/underrubriker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12" name="Rak 11"/>
          <p:cNvCxnSpPr/>
          <p:nvPr userDrawn="1"/>
        </p:nvCxnSpPr>
        <p:spPr>
          <a:xfrm>
            <a:off x="774577" y="5783411"/>
            <a:ext cx="8841301" cy="0"/>
          </a:xfrm>
          <a:prstGeom prst="line">
            <a:avLst/>
          </a:prstGeom>
          <a:ln w="158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7" y="5804424"/>
            <a:ext cx="1456846" cy="55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1164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nittssida sv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brik 1"/>
          <p:cNvSpPr>
            <a:spLocks noGrp="1"/>
          </p:cNvSpPr>
          <p:nvPr>
            <p:ph type="ctrTitle" hasCustomPrompt="1"/>
          </p:nvPr>
        </p:nvSpPr>
        <p:spPr>
          <a:xfrm>
            <a:off x="1302508" y="1713025"/>
            <a:ext cx="8150974" cy="13890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306" b="1" baseline="0">
                <a:solidFill>
                  <a:srgbClr val="FFFFFF"/>
                </a:solidFill>
              </a:defRPr>
            </a:lvl1pPr>
          </a:lstStyle>
          <a:p>
            <a:r>
              <a:rPr lang="sv-SE" dirty="0"/>
              <a:t>Namn på nästa avsnitt</a:t>
            </a:r>
          </a:p>
        </p:txBody>
      </p:sp>
      <p:sp>
        <p:nvSpPr>
          <p:cNvPr id="11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1302507" y="3301471"/>
            <a:ext cx="8159216" cy="11105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204" baseline="0">
                <a:solidFill>
                  <a:srgbClr val="FFFFFF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199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39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597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79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9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1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39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59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dirty="0"/>
              <a:t>Innehåll/underrubriker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12" name="Rak 11"/>
          <p:cNvCxnSpPr/>
          <p:nvPr userDrawn="1"/>
        </p:nvCxnSpPr>
        <p:spPr>
          <a:xfrm>
            <a:off x="774577" y="5783411"/>
            <a:ext cx="8841301" cy="0"/>
          </a:xfrm>
          <a:prstGeom prst="line">
            <a:avLst/>
          </a:prstGeom>
          <a:ln w="158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7" y="5804424"/>
            <a:ext cx="1456846" cy="55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9113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/>
          <p:cNvSpPr>
            <a:spLocks noGrp="1"/>
          </p:cNvSpPr>
          <p:nvPr>
            <p:ph type="title"/>
          </p:nvPr>
        </p:nvSpPr>
        <p:spPr>
          <a:xfrm>
            <a:off x="782129" y="944178"/>
            <a:ext cx="8833747" cy="785342"/>
          </a:xfrm>
          <a:prstGeom prst="rect">
            <a:avLst/>
          </a:prstGeom>
        </p:spPr>
        <p:txBody>
          <a:bodyPr vert="horz">
            <a:normAutofit/>
          </a:bodyPr>
          <a:lstStyle>
            <a:lvl1pPr algn="l">
              <a:defRPr sz="3306"/>
            </a:lvl1pPr>
          </a:lstStyle>
          <a:p>
            <a:r>
              <a:rPr lang="sv-SE"/>
              <a:t>Click to edit Master title style</a:t>
            </a:r>
            <a:endParaRPr lang="sv-SE" dirty="0"/>
          </a:p>
        </p:txBody>
      </p:sp>
      <p:sp>
        <p:nvSpPr>
          <p:cNvPr id="17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7605893" y="341112"/>
            <a:ext cx="1633945" cy="250103"/>
          </a:xfrm>
          <a:prstGeom prst="rect">
            <a:avLst/>
          </a:prstGeom>
        </p:spPr>
        <p:txBody>
          <a:bodyPr/>
          <a:lstStyle>
            <a:lvl1pPr algn="r">
              <a:defRPr sz="1010" cap="all"/>
            </a:lvl1pPr>
          </a:lstStyle>
          <a:p>
            <a:fld id="{AD44E00C-ED33-1B4E-93F4-10B93425767A}" type="datetime1">
              <a:rPr lang="sv-SE" smtClean="0"/>
              <a:t>2026-03-27</a:t>
            </a:fld>
            <a:endParaRPr lang="sv-SE" dirty="0"/>
          </a:p>
        </p:txBody>
      </p:sp>
      <p:sp>
        <p:nvSpPr>
          <p:cNvPr id="18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9090248" y="341735"/>
            <a:ext cx="632237" cy="250103"/>
          </a:xfrm>
          <a:prstGeom prst="rect">
            <a:avLst/>
          </a:prstGeom>
        </p:spPr>
        <p:txBody>
          <a:bodyPr/>
          <a:lstStyle>
            <a:lvl1pPr algn="r">
              <a:defRPr sz="1010"/>
            </a:lvl1pPr>
          </a:lstStyle>
          <a:p>
            <a:fld id="{80A4C9D9-979F-D94A-9054-C3B7EAD37AE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9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677424" y="341111"/>
            <a:ext cx="6663813" cy="250722"/>
          </a:xfrm>
          <a:prstGeom prst="rect">
            <a:avLst/>
          </a:prstGeom>
        </p:spPr>
        <p:txBody>
          <a:bodyPr anchor="b"/>
          <a:lstStyle>
            <a:lvl1pPr>
              <a:defRPr sz="1010"/>
            </a:lvl1pPr>
          </a:lstStyle>
          <a:p>
            <a:r>
              <a:rPr lang="sv-SE"/>
              <a:t>Emil Björnson</a:t>
            </a:r>
            <a:endParaRPr lang="sv-SE" dirty="0"/>
          </a:p>
        </p:txBody>
      </p:sp>
      <p:pic>
        <p:nvPicPr>
          <p:cNvPr id="8" name="Bildobjekt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6" y="5804424"/>
            <a:ext cx="1456848" cy="55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0525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ch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/>
          <p:cNvSpPr>
            <a:spLocks noGrp="1"/>
          </p:cNvSpPr>
          <p:nvPr>
            <p:ph type="title"/>
          </p:nvPr>
        </p:nvSpPr>
        <p:spPr>
          <a:xfrm>
            <a:off x="782129" y="944178"/>
            <a:ext cx="8833747" cy="785342"/>
          </a:xfrm>
          <a:prstGeom prst="rect">
            <a:avLst/>
          </a:prstGeom>
        </p:spPr>
        <p:txBody>
          <a:bodyPr vert="horz">
            <a:normAutofit/>
          </a:bodyPr>
          <a:lstStyle>
            <a:lvl1pPr algn="l">
              <a:defRPr sz="3306"/>
            </a:lvl1pPr>
          </a:lstStyle>
          <a:p>
            <a:r>
              <a:rPr lang="sv-SE"/>
              <a:t>Click to edit Master title style</a:t>
            </a:r>
          </a:p>
        </p:txBody>
      </p:sp>
      <p:sp>
        <p:nvSpPr>
          <p:cNvPr id="5" name="Platshållare för bild 4"/>
          <p:cNvSpPr>
            <a:spLocks noGrp="1"/>
          </p:cNvSpPr>
          <p:nvPr>
            <p:ph type="pic" sz="quarter" idx="14"/>
          </p:nvPr>
        </p:nvSpPr>
        <p:spPr>
          <a:xfrm>
            <a:off x="4723103" y="1742887"/>
            <a:ext cx="4893469" cy="3728036"/>
          </a:xfrm>
          <a:prstGeom prst="rect">
            <a:avLst/>
          </a:prstGeom>
        </p:spPr>
        <p:txBody>
          <a:bodyPr vert="horz"/>
          <a:lstStyle/>
          <a:p>
            <a:r>
              <a:rPr lang="sv-SE"/>
              <a:t>Drag picture to placeholder or click icon to add</a:t>
            </a:r>
            <a:endParaRPr lang="sv-SE" dirty="0"/>
          </a:p>
        </p:txBody>
      </p:sp>
      <p:sp>
        <p:nvSpPr>
          <p:cNvPr id="17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7605893" y="341112"/>
            <a:ext cx="1633945" cy="250103"/>
          </a:xfrm>
          <a:prstGeom prst="rect">
            <a:avLst/>
          </a:prstGeom>
        </p:spPr>
        <p:txBody>
          <a:bodyPr/>
          <a:lstStyle>
            <a:lvl1pPr algn="r">
              <a:defRPr sz="1010" cap="all"/>
            </a:lvl1pPr>
          </a:lstStyle>
          <a:p>
            <a:fld id="{3601522F-72A4-D947-90FE-F3A7447C6B04}" type="datetime1">
              <a:rPr lang="sv-SE" smtClean="0"/>
              <a:t>2026-03-27</a:t>
            </a:fld>
            <a:endParaRPr lang="sv-SE" dirty="0"/>
          </a:p>
        </p:txBody>
      </p:sp>
      <p:sp>
        <p:nvSpPr>
          <p:cNvPr id="18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9090248" y="341735"/>
            <a:ext cx="632237" cy="250103"/>
          </a:xfrm>
          <a:prstGeom prst="rect">
            <a:avLst/>
          </a:prstGeom>
        </p:spPr>
        <p:txBody>
          <a:bodyPr/>
          <a:lstStyle>
            <a:lvl1pPr algn="r">
              <a:defRPr sz="1010"/>
            </a:lvl1pPr>
          </a:lstStyle>
          <a:p>
            <a:fld id="{80A4C9D9-979F-D94A-9054-C3B7EAD37AE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9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677424" y="341111"/>
            <a:ext cx="6663813" cy="250722"/>
          </a:xfrm>
          <a:prstGeom prst="rect">
            <a:avLst/>
          </a:prstGeom>
        </p:spPr>
        <p:txBody>
          <a:bodyPr anchor="b"/>
          <a:lstStyle>
            <a:lvl1pPr>
              <a:defRPr sz="1010"/>
            </a:lvl1pPr>
          </a:lstStyle>
          <a:p>
            <a:r>
              <a:rPr lang="sv-SE"/>
              <a:t>Emil Björnson</a:t>
            </a:r>
            <a:endParaRPr lang="sv-SE" dirty="0"/>
          </a:p>
        </p:txBody>
      </p:sp>
      <p:sp>
        <p:nvSpPr>
          <p:cNvPr id="20" name="Platshållare för text 2"/>
          <p:cNvSpPr>
            <a:spLocks noGrp="1"/>
          </p:cNvSpPr>
          <p:nvPr>
            <p:ph type="body" sz="quarter" idx="13"/>
          </p:nvPr>
        </p:nvSpPr>
        <p:spPr>
          <a:xfrm>
            <a:off x="782130" y="1729518"/>
            <a:ext cx="3786008" cy="3842266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827"/>
              </a:spcBef>
              <a:defRPr sz="2204" b="0" i="0">
                <a:latin typeface="Georgia"/>
                <a:cs typeface="Georgia"/>
              </a:defRPr>
            </a:lvl1pPr>
            <a:lvl2pPr>
              <a:spcBef>
                <a:spcPts val="827"/>
              </a:spcBef>
              <a:defRPr sz="2204" b="0" i="0">
                <a:latin typeface="Georgia"/>
                <a:cs typeface="Georgia"/>
              </a:defRPr>
            </a:lvl2pPr>
            <a:lvl3pPr>
              <a:spcBef>
                <a:spcPts val="827"/>
              </a:spcBef>
              <a:defRPr sz="2204" b="0" i="0">
                <a:latin typeface="Georgia"/>
                <a:cs typeface="Georgia"/>
              </a:defRPr>
            </a:lvl3pPr>
            <a:lvl4pPr>
              <a:spcBef>
                <a:spcPts val="827"/>
              </a:spcBef>
              <a:defRPr sz="2204" b="0" i="0">
                <a:latin typeface="Georgia"/>
                <a:cs typeface="Georgia"/>
              </a:defRPr>
            </a:lvl4pPr>
            <a:lvl5pPr>
              <a:spcBef>
                <a:spcPts val="827"/>
              </a:spcBef>
              <a:defRPr sz="2204" b="0" i="0">
                <a:latin typeface="Georgia"/>
                <a:cs typeface="Georgia"/>
              </a:defRPr>
            </a:lvl5pPr>
          </a:lstStyle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sv-SE" dirty="0"/>
          </a:p>
        </p:txBody>
      </p:sp>
      <p:pic>
        <p:nvPicPr>
          <p:cNvPr id="11" name="Bildobjekt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6" y="5804424"/>
            <a:ext cx="1456848" cy="55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7322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ubrik 3"/>
          <p:cNvSpPr>
            <a:spLocks noGrp="1"/>
          </p:cNvSpPr>
          <p:nvPr>
            <p:ph type="title"/>
          </p:nvPr>
        </p:nvSpPr>
        <p:spPr>
          <a:xfrm>
            <a:off x="782129" y="944178"/>
            <a:ext cx="8833747" cy="785342"/>
          </a:xfrm>
          <a:prstGeom prst="rect">
            <a:avLst/>
          </a:prstGeom>
        </p:spPr>
        <p:txBody>
          <a:bodyPr vert="horz">
            <a:normAutofit/>
          </a:bodyPr>
          <a:lstStyle>
            <a:lvl1pPr algn="l">
              <a:defRPr sz="3306"/>
            </a:lvl1pPr>
          </a:lstStyle>
          <a:p>
            <a:r>
              <a:rPr lang="sv-SE"/>
              <a:t>Click to edit Master title style</a:t>
            </a:r>
            <a:endParaRPr lang="sv-SE" dirty="0"/>
          </a:p>
        </p:txBody>
      </p:sp>
      <p:sp>
        <p:nvSpPr>
          <p:cNvPr id="3" name="Platshållare för diagram 2"/>
          <p:cNvSpPr>
            <a:spLocks noGrp="1"/>
          </p:cNvSpPr>
          <p:nvPr>
            <p:ph type="chart" sz="quarter" idx="13"/>
          </p:nvPr>
        </p:nvSpPr>
        <p:spPr>
          <a:xfrm>
            <a:off x="782957" y="1800051"/>
            <a:ext cx="8833617" cy="3706601"/>
          </a:xfrm>
          <a:prstGeom prst="rect">
            <a:avLst/>
          </a:prstGeom>
        </p:spPr>
        <p:txBody>
          <a:bodyPr vert="horz"/>
          <a:lstStyle>
            <a:lvl1pPr>
              <a:spcBef>
                <a:spcPts val="827"/>
              </a:spcBef>
              <a:defRPr/>
            </a:lvl1pPr>
          </a:lstStyle>
          <a:p>
            <a:r>
              <a:rPr lang="sv-SE"/>
              <a:t>Click icon to add chart</a:t>
            </a:r>
            <a:endParaRPr lang="sv-SE" dirty="0"/>
          </a:p>
        </p:txBody>
      </p:sp>
      <p:sp>
        <p:nvSpPr>
          <p:cNvPr id="15" name="Platshållare för datum 3"/>
          <p:cNvSpPr>
            <a:spLocks noGrp="1"/>
          </p:cNvSpPr>
          <p:nvPr>
            <p:ph type="dt" sz="half" idx="10"/>
          </p:nvPr>
        </p:nvSpPr>
        <p:spPr>
          <a:xfrm>
            <a:off x="7605893" y="341112"/>
            <a:ext cx="1633945" cy="250103"/>
          </a:xfrm>
          <a:prstGeom prst="rect">
            <a:avLst/>
          </a:prstGeom>
        </p:spPr>
        <p:txBody>
          <a:bodyPr/>
          <a:lstStyle>
            <a:lvl1pPr algn="r">
              <a:defRPr sz="1010" cap="all"/>
            </a:lvl1pPr>
          </a:lstStyle>
          <a:p>
            <a:fld id="{61425181-CC23-B143-A546-E58678C10757}" type="datetime1">
              <a:rPr lang="sv-SE" smtClean="0"/>
              <a:t>2026-03-27</a:t>
            </a:fld>
            <a:endParaRPr lang="sv-SE" dirty="0"/>
          </a:p>
        </p:txBody>
      </p:sp>
      <p:sp>
        <p:nvSpPr>
          <p:cNvPr id="16" name="Platshållare för bildnummer 5"/>
          <p:cNvSpPr>
            <a:spLocks noGrp="1"/>
          </p:cNvSpPr>
          <p:nvPr>
            <p:ph type="sldNum" sz="quarter" idx="12"/>
          </p:nvPr>
        </p:nvSpPr>
        <p:spPr>
          <a:xfrm>
            <a:off x="9090248" y="341735"/>
            <a:ext cx="632237" cy="250103"/>
          </a:xfrm>
          <a:prstGeom prst="rect">
            <a:avLst/>
          </a:prstGeom>
        </p:spPr>
        <p:txBody>
          <a:bodyPr/>
          <a:lstStyle>
            <a:lvl1pPr algn="r">
              <a:defRPr sz="1010"/>
            </a:lvl1pPr>
          </a:lstStyle>
          <a:p>
            <a:fld id="{80A4C9D9-979F-D94A-9054-C3B7EAD37AEB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7" name="Platshållare för sidfot 4"/>
          <p:cNvSpPr>
            <a:spLocks noGrp="1"/>
          </p:cNvSpPr>
          <p:nvPr>
            <p:ph type="ftr" sz="quarter" idx="11"/>
          </p:nvPr>
        </p:nvSpPr>
        <p:spPr>
          <a:xfrm>
            <a:off x="677424" y="341111"/>
            <a:ext cx="6663813" cy="250722"/>
          </a:xfrm>
          <a:prstGeom prst="rect">
            <a:avLst/>
          </a:prstGeom>
        </p:spPr>
        <p:txBody>
          <a:bodyPr anchor="b"/>
          <a:lstStyle>
            <a:lvl1pPr>
              <a:defRPr sz="1010"/>
            </a:lvl1pPr>
          </a:lstStyle>
          <a:p>
            <a:r>
              <a:rPr lang="sv-SE"/>
              <a:t>Emil Björnson</a:t>
            </a:r>
            <a:endParaRPr lang="sv-SE" dirty="0"/>
          </a:p>
        </p:txBody>
      </p:sp>
      <p:pic>
        <p:nvPicPr>
          <p:cNvPr id="11" name="Bildobjekt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86" y="5804424"/>
            <a:ext cx="1456848" cy="55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483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 Blå">
    <p:bg>
      <p:bgPr>
        <a:solidFill>
          <a:srgbClr val="00B9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/>
          <p:cNvSpPr txBox="1"/>
          <p:nvPr userDrawn="1"/>
        </p:nvSpPr>
        <p:spPr>
          <a:xfrm>
            <a:off x="2075709" y="3467859"/>
            <a:ext cx="6310233" cy="48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571" dirty="0" err="1">
                <a:solidFill>
                  <a:schemeClr val="bg1"/>
                </a:solidFill>
              </a:rPr>
              <a:t>www.liu.se</a:t>
            </a:r>
            <a:endParaRPr lang="sv-SE" sz="2571" dirty="0">
              <a:solidFill>
                <a:schemeClr val="bg1"/>
              </a:solidFill>
            </a:endParaRPr>
          </a:p>
        </p:txBody>
      </p:sp>
      <p:sp>
        <p:nvSpPr>
          <p:cNvPr id="3" name="Platshållare för text 2"/>
          <p:cNvSpPr>
            <a:spLocks noGrp="1"/>
          </p:cNvSpPr>
          <p:nvPr>
            <p:ph type="body" sz="quarter" idx="10" hasCustomPrompt="1"/>
          </p:nvPr>
        </p:nvSpPr>
        <p:spPr>
          <a:xfrm>
            <a:off x="1507917" y="1714549"/>
            <a:ext cx="7593838" cy="116253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Text/namn på talare </a:t>
            </a:r>
          </a:p>
          <a:p>
            <a:r>
              <a:rPr lang="sv-SE" dirty="0"/>
              <a:t>kontaktinformation e.d.</a:t>
            </a:r>
          </a:p>
        </p:txBody>
      </p:sp>
      <p:pic>
        <p:nvPicPr>
          <p:cNvPr id="5" name="Bildobjekt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966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 Blå (mörk)">
    <p:bg>
      <p:bgPr>
        <a:solidFill>
          <a:srgbClr val="0099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ruta 6"/>
          <p:cNvSpPr txBox="1"/>
          <p:nvPr userDrawn="1"/>
        </p:nvSpPr>
        <p:spPr>
          <a:xfrm>
            <a:off x="2075709" y="5671452"/>
            <a:ext cx="6310233" cy="48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571" dirty="0" err="1">
                <a:solidFill>
                  <a:schemeClr val="bg1"/>
                </a:solidFill>
              </a:rPr>
              <a:t>www.liu.se</a:t>
            </a:r>
            <a:endParaRPr lang="sv-SE" sz="2571" dirty="0">
              <a:solidFill>
                <a:schemeClr val="bg1"/>
              </a:solidFill>
            </a:endParaRPr>
          </a:p>
        </p:txBody>
      </p:sp>
      <p:sp>
        <p:nvSpPr>
          <p:cNvPr id="11" name="Platshållare för text 2"/>
          <p:cNvSpPr>
            <a:spLocks noGrp="1"/>
          </p:cNvSpPr>
          <p:nvPr>
            <p:ph type="body" sz="quarter" idx="10" hasCustomPrompt="1"/>
          </p:nvPr>
        </p:nvSpPr>
        <p:spPr>
          <a:xfrm>
            <a:off x="1507917" y="1714549"/>
            <a:ext cx="7593838" cy="116253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Text/namn på talare </a:t>
            </a:r>
          </a:p>
          <a:p>
            <a:r>
              <a:rPr lang="sv-SE" dirty="0"/>
              <a:t>kontaktinformation e.d.</a:t>
            </a:r>
          </a:p>
        </p:txBody>
      </p:sp>
      <p:pic>
        <p:nvPicPr>
          <p:cNvPr id="5" name="Bildobjekt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400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 Turkos">
    <p:bg>
      <p:bgPr>
        <a:solidFill>
          <a:srgbClr val="17C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/>
          <p:cNvSpPr txBox="1"/>
          <p:nvPr userDrawn="1"/>
        </p:nvSpPr>
        <p:spPr>
          <a:xfrm>
            <a:off x="2075709" y="3467859"/>
            <a:ext cx="6310233" cy="48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571" dirty="0" err="1">
                <a:solidFill>
                  <a:schemeClr val="bg1"/>
                </a:solidFill>
              </a:rPr>
              <a:t>www.liu.se</a:t>
            </a:r>
            <a:endParaRPr lang="sv-SE" sz="2571" dirty="0">
              <a:solidFill>
                <a:schemeClr val="bg1"/>
              </a:solidFill>
            </a:endParaRPr>
          </a:p>
        </p:txBody>
      </p:sp>
      <p:sp>
        <p:nvSpPr>
          <p:cNvPr id="7" name="Platshållare för text 2"/>
          <p:cNvSpPr>
            <a:spLocks noGrp="1"/>
          </p:cNvSpPr>
          <p:nvPr>
            <p:ph type="body" sz="quarter" idx="10" hasCustomPrompt="1"/>
          </p:nvPr>
        </p:nvSpPr>
        <p:spPr>
          <a:xfrm>
            <a:off x="1507917" y="1714549"/>
            <a:ext cx="7593838" cy="116253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Text/namn på talare </a:t>
            </a:r>
          </a:p>
          <a:p>
            <a:r>
              <a:rPr lang="sv-SE" dirty="0"/>
              <a:t>kontaktinformation e.d.</a:t>
            </a:r>
          </a:p>
        </p:txBody>
      </p:sp>
      <p:pic>
        <p:nvPicPr>
          <p:cNvPr id="5" name="Bildobjekt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550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 Turkos (mörk)">
    <p:bg>
      <p:bgPr>
        <a:solidFill>
          <a:srgbClr val="009C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ruta 5"/>
          <p:cNvSpPr txBox="1"/>
          <p:nvPr userDrawn="1"/>
        </p:nvSpPr>
        <p:spPr>
          <a:xfrm>
            <a:off x="2075709" y="3467859"/>
            <a:ext cx="6310233" cy="48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571" dirty="0" err="1">
                <a:solidFill>
                  <a:schemeClr val="bg1"/>
                </a:solidFill>
              </a:rPr>
              <a:t>www.liu.se</a:t>
            </a:r>
            <a:endParaRPr lang="sv-SE" sz="2571" dirty="0">
              <a:solidFill>
                <a:schemeClr val="bg1"/>
              </a:solidFill>
            </a:endParaRPr>
          </a:p>
        </p:txBody>
      </p:sp>
      <p:sp>
        <p:nvSpPr>
          <p:cNvPr id="12" name="Platshållare för text 2"/>
          <p:cNvSpPr>
            <a:spLocks noGrp="1"/>
          </p:cNvSpPr>
          <p:nvPr>
            <p:ph type="body" sz="quarter" idx="10" hasCustomPrompt="1"/>
          </p:nvPr>
        </p:nvSpPr>
        <p:spPr>
          <a:xfrm>
            <a:off x="1507917" y="1714549"/>
            <a:ext cx="7593838" cy="116253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Text/namn på talare </a:t>
            </a:r>
          </a:p>
          <a:p>
            <a:r>
              <a:rPr lang="sv-SE" dirty="0"/>
              <a:t>kontaktinformation e.d.</a:t>
            </a:r>
          </a:p>
        </p:txBody>
      </p:sp>
      <p:pic>
        <p:nvPicPr>
          <p:cNvPr id="5" name="Bildobjekt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119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vslut Grön">
    <p:bg>
      <p:bgPr>
        <a:solidFill>
          <a:srgbClr val="00CF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/>
          <p:cNvSpPr txBox="1"/>
          <p:nvPr userDrawn="1"/>
        </p:nvSpPr>
        <p:spPr>
          <a:xfrm>
            <a:off x="2075709" y="3467859"/>
            <a:ext cx="6310233" cy="48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571" dirty="0" err="1">
                <a:solidFill>
                  <a:schemeClr val="bg1"/>
                </a:solidFill>
              </a:rPr>
              <a:t>www.liu.se</a:t>
            </a:r>
            <a:endParaRPr lang="sv-SE" sz="2571" dirty="0">
              <a:solidFill>
                <a:schemeClr val="bg1"/>
              </a:solidFill>
            </a:endParaRPr>
          </a:p>
        </p:txBody>
      </p:sp>
      <p:sp>
        <p:nvSpPr>
          <p:cNvPr id="7" name="Platshållare för text 2"/>
          <p:cNvSpPr>
            <a:spLocks noGrp="1"/>
          </p:cNvSpPr>
          <p:nvPr>
            <p:ph type="body" sz="quarter" idx="10" hasCustomPrompt="1"/>
          </p:nvPr>
        </p:nvSpPr>
        <p:spPr>
          <a:xfrm>
            <a:off x="1507917" y="1714549"/>
            <a:ext cx="7593838" cy="116253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Text/namn på talare </a:t>
            </a:r>
          </a:p>
          <a:p>
            <a:r>
              <a:rPr lang="sv-SE" dirty="0"/>
              <a:t>kontaktinformation e.d.</a:t>
            </a:r>
          </a:p>
        </p:txBody>
      </p:sp>
      <p:pic>
        <p:nvPicPr>
          <p:cNvPr id="5" name="Bildobjekt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7550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 Grön (mörk)">
    <p:bg>
      <p:bgPr>
        <a:solidFill>
          <a:srgbClr val="3BA8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ruta 5"/>
          <p:cNvSpPr txBox="1"/>
          <p:nvPr userDrawn="1"/>
        </p:nvSpPr>
        <p:spPr>
          <a:xfrm>
            <a:off x="2075709" y="3467859"/>
            <a:ext cx="6310233" cy="486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571" dirty="0" err="1">
                <a:solidFill>
                  <a:schemeClr val="bg1"/>
                </a:solidFill>
              </a:rPr>
              <a:t>www.liu.se</a:t>
            </a:r>
            <a:endParaRPr lang="sv-SE" sz="2571" dirty="0">
              <a:solidFill>
                <a:schemeClr val="bg1"/>
              </a:solidFill>
            </a:endParaRPr>
          </a:p>
        </p:txBody>
      </p:sp>
      <p:sp>
        <p:nvSpPr>
          <p:cNvPr id="12" name="Platshållare för text 2"/>
          <p:cNvSpPr>
            <a:spLocks noGrp="1"/>
          </p:cNvSpPr>
          <p:nvPr>
            <p:ph type="body" sz="quarter" idx="10" hasCustomPrompt="1"/>
          </p:nvPr>
        </p:nvSpPr>
        <p:spPr>
          <a:xfrm>
            <a:off x="1507917" y="1714549"/>
            <a:ext cx="7593838" cy="1162531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sv-SE" dirty="0"/>
              <a:t>Text/namn på talare </a:t>
            </a:r>
          </a:p>
          <a:p>
            <a:r>
              <a:rPr lang="sv-SE" dirty="0"/>
              <a:t>kontaktinformation e.d.</a:t>
            </a:r>
          </a:p>
        </p:txBody>
      </p:sp>
      <p:pic>
        <p:nvPicPr>
          <p:cNvPr id="5" name="Bildobjekt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8" y="5603078"/>
            <a:ext cx="2029087" cy="56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07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709" y="345010"/>
            <a:ext cx="9003983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709" y="1725046"/>
            <a:ext cx="9003983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709" y="6006163"/>
            <a:ext cx="23488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19FBF-7997-4411-96DF-F0BD12B557A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051" y="6006163"/>
            <a:ext cx="352329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826" y="6006163"/>
            <a:ext cx="23488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D4C06-42FC-4578-9684-7C7AA177A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7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664" r:id="rId13"/>
    <p:sldLayoutId id="2147483678" r:id="rId14"/>
    <p:sldLayoutId id="2147483665" r:id="rId15"/>
    <p:sldLayoutId id="2147483681" r:id="rId16"/>
    <p:sldLayoutId id="2147483669" r:id="rId17"/>
    <p:sldLayoutId id="2147483688" r:id="rId18"/>
    <p:sldLayoutId id="2147483670" r:id="rId19"/>
    <p:sldLayoutId id="2147483689" r:id="rId20"/>
    <p:sldLayoutId id="2147483671" r:id="rId21"/>
    <p:sldLayoutId id="2147483690" r:id="rId22"/>
    <p:sldLayoutId id="2147483675" r:id="rId23"/>
    <p:sldLayoutId id="2147483684" r:id="rId24"/>
    <p:sldLayoutId id="2147483676" r:id="rId25"/>
    <p:sldLayoutId id="2147483686" r:id="rId26"/>
    <p:sldLayoutId id="2147483687" r:id="rId27"/>
    <p:sldLayoutId id="2147483673" r:id="rId28"/>
    <p:sldLayoutId id="2147483661" r:id="rId29"/>
    <p:sldLayoutId id="2147483663" r:id="rId30"/>
    <p:sldLayoutId id="2147483662" r:id="rId31"/>
    <p:sldLayoutId id="2147483691" r:id="rId32"/>
    <p:sldLayoutId id="2147483666" r:id="rId33"/>
    <p:sldLayoutId id="2147483692" r:id="rId34"/>
    <p:sldLayoutId id="2147483667" r:id="rId35"/>
    <p:sldLayoutId id="2147483693" r:id="rId36"/>
  </p:sldLayoutIdLst>
  <p:hf hdr="0"/>
  <p:txStyles>
    <p:titleStyle>
      <a:lvl1pPr algn="l" defTabSz="783001" rtl="0" eaLnBrk="1" latinLnBrk="0" hangingPunct="1">
        <a:lnSpc>
          <a:spcPct val="90000"/>
        </a:lnSpc>
        <a:spcBef>
          <a:spcPct val="0"/>
        </a:spcBef>
        <a:buNone/>
        <a:defRPr sz="37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750" indent="-195750" algn="l" defTabSz="783001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587251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2pPr>
      <a:lvl3pPr marL="978751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13" kern="1200">
          <a:solidFill>
            <a:schemeClr val="tx1"/>
          </a:solidFill>
          <a:latin typeface="+mn-lt"/>
          <a:ea typeface="+mn-ea"/>
          <a:cs typeface="+mn-cs"/>
        </a:defRPr>
      </a:lvl3pPr>
      <a:lvl4pPr marL="1370251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4pPr>
      <a:lvl5pPr marL="1761752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5pPr>
      <a:lvl6pPr marL="2153252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6pPr>
      <a:lvl7pPr marL="2544752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7pPr>
      <a:lvl8pPr marL="2936253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8pPr>
      <a:lvl9pPr marL="3327753" indent="-195750" algn="l" defTabSz="783001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1pPr>
      <a:lvl2pPr marL="391500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2pPr>
      <a:lvl3pPr marL="783001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3pPr>
      <a:lvl4pPr marL="1174501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4pPr>
      <a:lvl5pPr marL="1566001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5pPr>
      <a:lvl6pPr marL="1957502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6pPr>
      <a:lvl7pPr marL="2349002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7pPr>
      <a:lvl8pPr marL="2740503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8pPr>
      <a:lvl9pPr marL="3132003" algn="l" defTabSz="783001" rtl="0" eaLnBrk="1" latinLnBrk="0" hangingPunct="1">
        <a:defRPr sz="15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1">
            <a:extLst>
              <a:ext uri="{FF2B5EF4-FFF2-40B4-BE49-F238E27FC236}">
                <a16:creationId xmlns:a16="http://schemas.microsoft.com/office/drawing/2014/main" id="{B2959973-2CD1-ABFB-A2C5-ECA280C756B4}"/>
              </a:ext>
            </a:extLst>
          </p:cNvPr>
          <p:cNvGrpSpPr/>
          <p:nvPr/>
        </p:nvGrpSpPr>
        <p:grpSpPr>
          <a:xfrm>
            <a:off x="401965" y="271746"/>
            <a:ext cx="9659191" cy="5807748"/>
            <a:chOff x="849975" y="196777"/>
            <a:chExt cx="10517877" cy="6324047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FFE3ACF0-46EB-ACBE-69F8-8241D406F360}"/>
                </a:ext>
              </a:extLst>
            </p:cNvPr>
            <p:cNvSpPr/>
            <p:nvPr/>
          </p:nvSpPr>
          <p:spPr>
            <a:xfrm>
              <a:off x="1590707" y="4218781"/>
              <a:ext cx="9127958" cy="230204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innerShdw blurRad="63500" dist="50800" dir="27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531" dirty="0">
                <a:latin typeface="Aptos" panose="020B00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9C914A5-3FE2-30B6-75CE-A898BAB88FB6}"/>
                </a:ext>
              </a:extLst>
            </p:cNvPr>
            <p:cNvGrpSpPr/>
            <p:nvPr/>
          </p:nvGrpSpPr>
          <p:grpSpPr>
            <a:xfrm>
              <a:off x="1983739" y="4251228"/>
              <a:ext cx="3072064" cy="2173802"/>
              <a:chOff x="2759242" y="3461447"/>
              <a:chExt cx="3072064" cy="2173802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F7BBD10B-E2D0-4A16-612F-F53DF90E3CFB}"/>
                  </a:ext>
                </a:extLst>
              </p:cNvPr>
              <p:cNvSpPr/>
              <p:nvPr/>
            </p:nvSpPr>
            <p:spPr>
              <a:xfrm>
                <a:off x="3048000" y="3890210"/>
                <a:ext cx="2334125" cy="521369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153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Statistical Modelling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D557F9D-03C3-2F20-7973-7768714DE34E}"/>
                  </a:ext>
                </a:extLst>
              </p:cNvPr>
              <p:cNvSpPr txBox="1"/>
              <p:nvPr/>
            </p:nvSpPr>
            <p:spPr>
              <a:xfrm>
                <a:off x="2759242" y="3461447"/>
                <a:ext cx="3072064" cy="408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1837" b="1" dirty="0">
                    <a:latin typeface="Aptos" panose="020B0004020202020204" pitchFamily="34" charset="0"/>
                  </a:rPr>
                  <a:t>Mathematical Modelling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A6F21220-9D76-A194-475C-D9A23DB9C3B9}"/>
                  </a:ext>
                </a:extLst>
              </p:cNvPr>
              <p:cNvSpPr/>
              <p:nvPr/>
            </p:nvSpPr>
            <p:spPr>
              <a:xfrm>
                <a:off x="3048000" y="4509473"/>
                <a:ext cx="2334125" cy="521369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153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System Modelling</a:t>
                </a:r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60F44C99-A1F3-9B03-6ED9-8469CB7C2839}"/>
                  </a:ext>
                </a:extLst>
              </p:cNvPr>
              <p:cNvSpPr/>
              <p:nvPr/>
            </p:nvSpPr>
            <p:spPr>
              <a:xfrm>
                <a:off x="3047999" y="5113880"/>
                <a:ext cx="2334125" cy="521369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153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Dynamical Systems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A42AF5F-06AF-56FA-5C02-8C60AC6851F3}"/>
                </a:ext>
              </a:extLst>
            </p:cNvPr>
            <p:cNvGrpSpPr/>
            <p:nvPr/>
          </p:nvGrpSpPr>
          <p:grpSpPr>
            <a:xfrm>
              <a:off x="5103929" y="4243208"/>
              <a:ext cx="3160294" cy="2141718"/>
              <a:chOff x="3047999" y="3493531"/>
              <a:chExt cx="3160294" cy="2141718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0E66AEB6-8834-9F8C-8B52-BC8A8F35CD81}"/>
                  </a:ext>
                </a:extLst>
              </p:cNvPr>
              <p:cNvSpPr/>
              <p:nvPr/>
            </p:nvSpPr>
            <p:spPr>
              <a:xfrm>
                <a:off x="3048000" y="3890210"/>
                <a:ext cx="2334125" cy="52136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153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AI/ML 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10C3F90-510C-A11C-C585-4AA6D8D5E395}"/>
                  </a:ext>
                </a:extLst>
              </p:cNvPr>
              <p:cNvSpPr txBox="1"/>
              <p:nvPr/>
            </p:nvSpPr>
            <p:spPr>
              <a:xfrm>
                <a:off x="3136229" y="3493531"/>
                <a:ext cx="3072064" cy="40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1837" b="1" dirty="0">
                    <a:latin typeface="Aptos" panose="020B0004020202020204" pitchFamily="34" charset="0"/>
                  </a:rPr>
                  <a:t>AI &amp; Optimization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4D94CCE4-54EA-A7CE-FB3C-7337D09AD3C1}"/>
                  </a:ext>
                </a:extLst>
              </p:cNvPr>
              <p:cNvSpPr/>
              <p:nvPr/>
            </p:nvSpPr>
            <p:spPr>
              <a:xfrm>
                <a:off x="3048000" y="4509473"/>
                <a:ext cx="2334125" cy="52136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153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Optimization</a:t>
                </a: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A30EAC56-4E5B-5886-9E3A-34E538FBC9C4}"/>
                  </a:ext>
                </a:extLst>
              </p:cNvPr>
              <p:cNvSpPr/>
              <p:nvPr/>
            </p:nvSpPr>
            <p:spPr>
              <a:xfrm>
                <a:off x="3047999" y="5113880"/>
                <a:ext cx="2334125" cy="521369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153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Behaviour Sensing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6689A89-68FF-1C68-6B46-2DD8BEDD84B0}"/>
                </a:ext>
              </a:extLst>
            </p:cNvPr>
            <p:cNvGrpSpPr/>
            <p:nvPr/>
          </p:nvGrpSpPr>
          <p:grpSpPr>
            <a:xfrm>
              <a:off x="7790995" y="4218781"/>
              <a:ext cx="3224442" cy="2150103"/>
              <a:chOff x="3047999" y="3485146"/>
              <a:chExt cx="3224442" cy="2150103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987E8652-0391-2E82-4365-A4A8697A676F}"/>
                  </a:ext>
                </a:extLst>
              </p:cNvPr>
              <p:cNvSpPr/>
              <p:nvPr/>
            </p:nvSpPr>
            <p:spPr>
              <a:xfrm>
                <a:off x="3048000" y="3890210"/>
                <a:ext cx="2334125" cy="52136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153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Open Software &amp; Platforms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DB54BB-A43B-EF95-D64E-7B0BA04D450A}"/>
                  </a:ext>
                </a:extLst>
              </p:cNvPr>
              <p:cNvSpPr txBox="1"/>
              <p:nvPr/>
            </p:nvSpPr>
            <p:spPr>
              <a:xfrm>
                <a:off x="3200377" y="3485146"/>
                <a:ext cx="3072064" cy="408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1837" b="1" dirty="0">
                    <a:latin typeface="Aptos" panose="020B0004020202020204" pitchFamily="34" charset="0"/>
                  </a:rPr>
                  <a:t>Software &amp; Tools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B944D5B7-3666-3BF2-D503-FC795F013DEF}"/>
                  </a:ext>
                </a:extLst>
              </p:cNvPr>
              <p:cNvSpPr/>
              <p:nvPr/>
            </p:nvSpPr>
            <p:spPr>
              <a:xfrm>
                <a:off x="3048000" y="4509473"/>
                <a:ext cx="2334125" cy="52136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153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Simulation Tools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FB53E80-A061-29B6-C482-0A2F3E6B4F4B}"/>
                  </a:ext>
                </a:extLst>
              </p:cNvPr>
              <p:cNvSpPr/>
              <p:nvPr/>
            </p:nvSpPr>
            <p:spPr>
              <a:xfrm>
                <a:off x="3047999" y="5113880"/>
                <a:ext cx="2334125" cy="521369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E" sz="1531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Databases &amp; APIs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EB68A1E-A13F-7FD4-A73D-50AEBB0C507A}"/>
                </a:ext>
              </a:extLst>
            </p:cNvPr>
            <p:cNvGrpSpPr/>
            <p:nvPr/>
          </p:nvGrpSpPr>
          <p:grpSpPr>
            <a:xfrm>
              <a:off x="1626399" y="1412733"/>
              <a:ext cx="9076886" cy="2708154"/>
              <a:chOff x="1646719" y="1016493"/>
              <a:chExt cx="9076886" cy="2708154"/>
            </a:xfrm>
          </p:grpSpPr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F3C92907-E730-4687-1AB4-D63DE9A2B7A0}"/>
                  </a:ext>
                </a:extLst>
              </p:cNvPr>
              <p:cNvSpPr/>
              <p:nvPr/>
            </p:nvSpPr>
            <p:spPr>
              <a:xfrm>
                <a:off x="1646719" y="1034353"/>
                <a:ext cx="1919441" cy="269029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sz="1531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7C74BC29-E463-47DB-406C-2372A52EF156}"/>
                  </a:ext>
                </a:extLst>
              </p:cNvPr>
              <p:cNvSpPr/>
              <p:nvPr/>
            </p:nvSpPr>
            <p:spPr>
              <a:xfrm>
                <a:off x="4065602" y="1020776"/>
                <a:ext cx="1919441" cy="269029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sz="1531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E31C8B49-D19C-836D-62D3-5A56040F1826}"/>
                  </a:ext>
                </a:extLst>
              </p:cNvPr>
              <p:cNvSpPr/>
              <p:nvPr/>
            </p:nvSpPr>
            <p:spPr>
              <a:xfrm>
                <a:off x="6456542" y="1026253"/>
                <a:ext cx="1919441" cy="269029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sz="1531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322E72B-A9A6-626C-A5E8-750110350BB2}"/>
                  </a:ext>
                </a:extLst>
              </p:cNvPr>
              <p:cNvSpPr/>
              <p:nvPr/>
            </p:nvSpPr>
            <p:spPr>
              <a:xfrm>
                <a:off x="8804164" y="1016493"/>
                <a:ext cx="1919441" cy="269029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 sz="1531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4C45C9-42D7-E716-AB0A-0FFA885A5655}"/>
                </a:ext>
              </a:extLst>
            </p:cNvPr>
            <p:cNvSpPr txBox="1"/>
            <p:nvPr/>
          </p:nvSpPr>
          <p:spPr>
            <a:xfrm>
              <a:off x="2130257" y="1575360"/>
              <a:ext cx="1293663" cy="435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000" b="1" dirty="0">
                  <a:latin typeface="Aptos" panose="020B0004020202020204" pitchFamily="34" charset="0"/>
                </a:rPr>
                <a:t>5G/6G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7AB6D94-83AD-F8F2-E0EE-F9E5556BA8B8}"/>
                </a:ext>
              </a:extLst>
            </p:cNvPr>
            <p:cNvSpPr txBox="1"/>
            <p:nvPr/>
          </p:nvSpPr>
          <p:spPr>
            <a:xfrm>
              <a:off x="4396138" y="1557887"/>
              <a:ext cx="1293663" cy="435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2000" b="1" dirty="0">
                  <a:latin typeface="Aptos" panose="020B0004020202020204" pitchFamily="34" charset="0"/>
                </a:rPr>
                <a:t>IoT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1F34462-3E31-DF65-42E3-6A5C2C4BEB7E}"/>
                </a:ext>
              </a:extLst>
            </p:cNvPr>
            <p:cNvSpPr txBox="1"/>
            <p:nvPr/>
          </p:nvSpPr>
          <p:spPr>
            <a:xfrm>
              <a:off x="6388255" y="1530373"/>
              <a:ext cx="2016771" cy="435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2000" b="1" dirty="0">
                  <a:latin typeface="Aptos" panose="020B0004020202020204" pitchFamily="34" charset="0"/>
                </a:rPr>
                <a:t>Aquaculture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1B65FC9-12E1-722E-A37F-2BE3F46353BE}"/>
                </a:ext>
              </a:extLst>
            </p:cNvPr>
            <p:cNvSpPr txBox="1"/>
            <p:nvPr/>
          </p:nvSpPr>
          <p:spPr>
            <a:xfrm>
              <a:off x="8930783" y="1504036"/>
              <a:ext cx="1621933" cy="435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2000" b="1" dirty="0">
                  <a:latin typeface="Aptos" panose="020B0004020202020204" pitchFamily="34" charset="0"/>
                </a:rPr>
                <a:t>Sensing</a:t>
              </a:r>
            </a:p>
          </p:txBody>
        </p:sp>
        <p:sp>
          <p:nvSpPr>
            <p:cNvPr id="33" name="Wave 32">
              <a:extLst>
                <a:ext uri="{FF2B5EF4-FFF2-40B4-BE49-F238E27FC236}">
                  <a16:creationId xmlns:a16="http://schemas.microsoft.com/office/drawing/2014/main" id="{F4848DDB-DB79-3362-9E78-67507C7B2C93}"/>
                </a:ext>
              </a:extLst>
            </p:cNvPr>
            <p:cNvSpPr/>
            <p:nvPr/>
          </p:nvSpPr>
          <p:spPr>
            <a:xfrm>
              <a:off x="1590707" y="196777"/>
              <a:ext cx="9127958" cy="1082799"/>
            </a:xfrm>
            <a:prstGeom prst="wav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2021" b="1" dirty="0">
                  <a:solidFill>
                    <a:schemeClr val="tx1"/>
                  </a:solidFill>
                  <a:latin typeface="Aptos" panose="020B0004020202020204" pitchFamily="34" charset="0"/>
                </a:rPr>
                <a:t>Intelligence, Computing &amp; Communication Lab</a:t>
              </a:r>
            </a:p>
          </p:txBody>
        </p:sp>
        <p:sp>
          <p:nvSpPr>
            <p:cNvPr id="38" name="Arrow: Curved Down 37">
              <a:extLst>
                <a:ext uri="{FF2B5EF4-FFF2-40B4-BE49-F238E27FC236}">
                  <a16:creationId xmlns:a16="http://schemas.microsoft.com/office/drawing/2014/main" id="{0C529CD1-D281-579E-DC1B-1ACC1E735707}"/>
                </a:ext>
              </a:extLst>
            </p:cNvPr>
            <p:cNvSpPr/>
            <p:nvPr/>
          </p:nvSpPr>
          <p:spPr>
            <a:xfrm rot="16200000">
              <a:off x="227009" y="3904664"/>
              <a:ext cx="1977452" cy="731520"/>
            </a:xfrm>
            <a:prstGeom prst="curvedDown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531">
                <a:solidFill>
                  <a:schemeClr val="tx1"/>
                </a:solidFill>
              </a:endParaRPr>
            </a:p>
          </p:txBody>
        </p:sp>
        <p:sp>
          <p:nvSpPr>
            <p:cNvPr id="39" name="Arrow: Curved Left 38">
              <a:extLst>
                <a:ext uri="{FF2B5EF4-FFF2-40B4-BE49-F238E27FC236}">
                  <a16:creationId xmlns:a16="http://schemas.microsoft.com/office/drawing/2014/main" id="{B0755D80-BB36-7878-1FCA-7576510A9934}"/>
                </a:ext>
              </a:extLst>
            </p:cNvPr>
            <p:cNvSpPr/>
            <p:nvPr/>
          </p:nvSpPr>
          <p:spPr>
            <a:xfrm>
              <a:off x="10713053" y="3227433"/>
              <a:ext cx="654799" cy="2302043"/>
            </a:xfrm>
            <a:prstGeom prst="curvedLeftArrow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531">
                <a:solidFill>
                  <a:schemeClr val="tx1"/>
                </a:solidFill>
              </a:endParaRP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F5E91475-4379-34BA-544B-69AF30CBA4CF}"/>
                </a:ext>
              </a:extLst>
            </p:cNvPr>
            <p:cNvSpPr/>
            <p:nvPr/>
          </p:nvSpPr>
          <p:spPr>
            <a:xfrm>
              <a:off x="1831605" y="2151312"/>
              <a:ext cx="1557293" cy="521369"/>
            </a:xfrm>
            <a:prstGeom prst="roundRect">
              <a:avLst/>
            </a:prstGeom>
            <a:solidFill>
              <a:srgbClr val="EDC7A7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Net. AI</a:t>
              </a: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4A6E7D23-3C33-78B1-1999-33AEEE415C10}"/>
                </a:ext>
              </a:extLst>
            </p:cNvPr>
            <p:cNvSpPr/>
            <p:nvPr/>
          </p:nvSpPr>
          <p:spPr>
            <a:xfrm>
              <a:off x="1831326" y="3451180"/>
              <a:ext cx="1557293" cy="521369"/>
            </a:xfrm>
            <a:prstGeom prst="roundRect">
              <a:avLst/>
            </a:prstGeom>
            <a:solidFill>
              <a:srgbClr val="EDC7A7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PLS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2C338B44-88C6-D6DA-5337-7AFE2678DE19}"/>
                </a:ext>
              </a:extLst>
            </p:cNvPr>
            <p:cNvSpPr/>
            <p:nvPr/>
          </p:nvSpPr>
          <p:spPr>
            <a:xfrm>
              <a:off x="1831326" y="2799196"/>
              <a:ext cx="1557293" cy="521369"/>
            </a:xfrm>
            <a:prstGeom prst="roundRect">
              <a:avLst/>
            </a:prstGeom>
            <a:solidFill>
              <a:srgbClr val="EDC7A7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ISAC, RIS</a:t>
              </a: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89BF1E49-537C-1283-4882-323FA72D1DFE}"/>
                </a:ext>
              </a:extLst>
            </p:cNvPr>
            <p:cNvSpPr/>
            <p:nvPr/>
          </p:nvSpPr>
          <p:spPr>
            <a:xfrm>
              <a:off x="4219205" y="2120832"/>
              <a:ext cx="1557293" cy="521369"/>
            </a:xfrm>
            <a:prstGeom prst="roundRect">
              <a:avLst/>
            </a:prstGeom>
            <a:solidFill>
              <a:srgbClr val="ACA6F8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Context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08AA4674-AF79-F29B-F8E7-1B45AD9AB829}"/>
                </a:ext>
              </a:extLst>
            </p:cNvPr>
            <p:cNvSpPr/>
            <p:nvPr/>
          </p:nvSpPr>
          <p:spPr>
            <a:xfrm>
              <a:off x="4218926" y="3420700"/>
              <a:ext cx="1557293" cy="521369"/>
            </a:xfrm>
            <a:prstGeom prst="roundRect">
              <a:avLst/>
            </a:prstGeom>
            <a:solidFill>
              <a:srgbClr val="ACA6F8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Real-time</a:t>
              </a: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DF2ED5A-910E-6374-6736-4BD13F89AE41}"/>
                </a:ext>
              </a:extLst>
            </p:cNvPr>
            <p:cNvSpPr/>
            <p:nvPr/>
          </p:nvSpPr>
          <p:spPr>
            <a:xfrm>
              <a:off x="4218926" y="2768716"/>
              <a:ext cx="1557293" cy="521369"/>
            </a:xfrm>
            <a:prstGeom prst="roundRect">
              <a:avLst/>
            </a:prstGeom>
            <a:solidFill>
              <a:srgbClr val="ACA6F8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MEC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B931234-CCA1-DEAC-A86E-70635A9B0275}"/>
                </a:ext>
              </a:extLst>
            </p:cNvPr>
            <p:cNvSpPr/>
            <p:nvPr/>
          </p:nvSpPr>
          <p:spPr>
            <a:xfrm>
              <a:off x="6616965" y="2110672"/>
              <a:ext cx="1557293" cy="52136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61" dirty="0">
                  <a:solidFill>
                    <a:schemeClr val="tx1"/>
                  </a:solidFill>
                  <a:latin typeface="Aptos" panose="020B0004020202020204" pitchFamily="34" charset="0"/>
                </a:rPr>
                <a:t>Water Quality</a:t>
              </a: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5479CF27-8BA3-ADD8-2757-22737779F847}"/>
                </a:ext>
              </a:extLst>
            </p:cNvPr>
            <p:cNvSpPr/>
            <p:nvPr/>
          </p:nvSpPr>
          <p:spPr>
            <a:xfrm>
              <a:off x="6616686" y="3410540"/>
              <a:ext cx="1557293" cy="52136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Detection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93244F4-FB71-B58B-17EB-73AFAC39B0F6}"/>
                </a:ext>
              </a:extLst>
            </p:cNvPr>
            <p:cNvSpPr/>
            <p:nvPr/>
          </p:nvSpPr>
          <p:spPr>
            <a:xfrm>
              <a:off x="6616686" y="2758556"/>
              <a:ext cx="1557293" cy="52136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Precision</a:t>
              </a: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B625A3A-97D9-ACDD-E386-7F2EC4FA9957}"/>
                </a:ext>
              </a:extLst>
            </p:cNvPr>
            <p:cNvSpPr/>
            <p:nvPr/>
          </p:nvSpPr>
          <p:spPr>
            <a:xfrm>
              <a:off x="8953765" y="2110672"/>
              <a:ext cx="1557293" cy="52136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Fusion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11B5E6B1-13C5-2E36-3CE9-41DBC6D3DF8F}"/>
                </a:ext>
              </a:extLst>
            </p:cNvPr>
            <p:cNvSpPr/>
            <p:nvPr/>
          </p:nvSpPr>
          <p:spPr>
            <a:xfrm>
              <a:off x="8953486" y="3410540"/>
              <a:ext cx="1557293" cy="52136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Edge</a:t>
              </a: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43566288-B15C-997C-667D-CE23B0350A93}"/>
                </a:ext>
              </a:extLst>
            </p:cNvPr>
            <p:cNvSpPr/>
            <p:nvPr/>
          </p:nvSpPr>
          <p:spPr>
            <a:xfrm>
              <a:off x="8953486" y="2758556"/>
              <a:ext cx="1557293" cy="52136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531" dirty="0">
                  <a:solidFill>
                    <a:schemeClr val="tx1"/>
                  </a:solidFill>
                  <a:latin typeface="Aptos" panose="020B0004020202020204" pitchFamily="34" charset="0"/>
                </a:rPr>
                <a:t>CV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1305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58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Georgia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Emil Björnson</dc:creator>
  <cp:lastModifiedBy>Van-Dinh Nguyen</cp:lastModifiedBy>
  <cp:revision>405</cp:revision>
  <cp:lastPrinted>2018-06-03T17:59:57Z</cp:lastPrinted>
  <dcterms:created xsi:type="dcterms:W3CDTF">2015-09-26T19:15:53Z</dcterms:created>
  <dcterms:modified xsi:type="dcterms:W3CDTF">2026-03-27T00:55:27Z</dcterms:modified>
</cp:coreProperties>
</file>